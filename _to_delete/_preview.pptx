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4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03120"/>
            <a:ext cx="999439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Power of PostgreSQL</a:t>
            </a:r>
            <a:endParaRPr lang="en-US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Power of PostgreSQL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408676" cy="1435608"/>
          </a:xfrm>
          <a:prstGeom prst="roundRect">
            <a:avLst>
              <a:gd name="adj" fmla="val 5308"/>
            </a:avLst>
          </a:prstGeom>
          <a:solidFill>
            <a:srgbClr val="F3F6FA"/>
          </a:solidFill>
          <a:ln w="9525">
            <a:solidFill>
              <a:srgbClr val="D3DC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1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77240" y="1664208"/>
            <a:ext cx="49514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B26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777240" y="2331720"/>
            <a:ext cx="49514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source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231636" y="1463040"/>
            <a:ext cx="5408676" cy="1435608"/>
          </a:xfrm>
          <a:prstGeom prst="roundRect">
            <a:avLst>
              <a:gd name="adj" fmla="val 5308"/>
            </a:avLst>
          </a:prstGeom>
          <a:solidFill>
            <a:srgbClr val="F3F6FA"/>
          </a:solidFill>
          <a:ln w="9525">
            <a:solidFill>
              <a:srgbClr val="D3DC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1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60236" y="1664208"/>
            <a:ext cx="49514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B26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6460236" y="2331720"/>
            <a:ext cx="49514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ACID compliant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3172968"/>
            <a:ext cx="5408676" cy="1435608"/>
          </a:xfrm>
          <a:prstGeom prst="roundRect">
            <a:avLst>
              <a:gd name="adj" fmla="val 5308"/>
            </a:avLst>
          </a:prstGeom>
          <a:solidFill>
            <a:srgbClr val="F3F6FA"/>
          </a:solidFill>
          <a:ln w="9525">
            <a:solidFill>
              <a:srgbClr val="D3DC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1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77240" y="3374136"/>
            <a:ext cx="49514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B26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900" dirty="0"/>
          </a:p>
        </p:txBody>
      </p:sp>
      <p:sp>
        <p:nvSpPr>
          <p:cNvPr id="11" name="Text 9"/>
          <p:cNvSpPr/>
          <p:nvPr/>
        </p:nvSpPr>
        <p:spPr>
          <a:xfrm>
            <a:off x="777240" y="4041648"/>
            <a:ext cx="49514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Extensible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231636" y="3172968"/>
            <a:ext cx="5408676" cy="1435608"/>
          </a:xfrm>
          <a:prstGeom prst="roundRect">
            <a:avLst>
              <a:gd name="adj" fmla="val 5308"/>
            </a:avLst>
          </a:prstGeom>
          <a:solidFill>
            <a:srgbClr val="F3F6FA"/>
          </a:solidFill>
          <a:ln w="9525">
            <a:solidFill>
              <a:srgbClr val="D3DC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1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60236" y="3374136"/>
            <a:ext cx="49514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B26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900" dirty="0"/>
          </a:p>
        </p:txBody>
      </p:sp>
      <p:sp>
        <p:nvSpPr>
          <p:cNvPr id="14" name="Text 12"/>
          <p:cNvSpPr/>
          <p:nvPr/>
        </p:nvSpPr>
        <p:spPr>
          <a:xfrm>
            <a:off x="6460236" y="4041648"/>
            <a:ext cx="49514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Mature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48640" y="6446520"/>
            <a:ext cx="10451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6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Power of PostgreSQL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000232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6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Wins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84124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combines strict correctness guarantees with an extension model that lets teams add capability without forking the engine, which is why it now anchors so many production stacks.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10451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6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Power of PostgreSQL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000232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6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Extensions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514344" cy="1344168"/>
          </a:xfrm>
          <a:prstGeom prst="roundRect">
            <a:avLst>
              <a:gd name="adj" fmla="val 5669"/>
            </a:avLst>
          </a:prstGeom>
          <a:solidFill>
            <a:srgbClr val="F3F6FA"/>
          </a:solidFill>
          <a:ln w="9525">
            <a:solidFill>
              <a:srgbClr val="D3DC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1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77240" y="1627632"/>
            <a:ext cx="3057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PostGIS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77240" y="2048256"/>
            <a:ext cx="30571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66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geospatial types and indexes for mapping workloads.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337304" y="1463040"/>
            <a:ext cx="3514344" cy="1344168"/>
          </a:xfrm>
          <a:prstGeom prst="roundRect">
            <a:avLst>
              <a:gd name="adj" fmla="val 5669"/>
            </a:avLst>
          </a:prstGeom>
          <a:solidFill>
            <a:srgbClr val="F3F6FA"/>
          </a:solidFill>
          <a:ln w="9525">
            <a:solidFill>
              <a:srgbClr val="D3DC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1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65904" y="1627632"/>
            <a:ext cx="3057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pgvector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565904" y="2048256"/>
            <a:ext cx="30571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66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similarity search used by retrieval pipelines.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125968" y="1463040"/>
            <a:ext cx="3514344" cy="1344168"/>
          </a:xfrm>
          <a:prstGeom prst="roundRect">
            <a:avLst>
              <a:gd name="adj" fmla="val 5669"/>
            </a:avLst>
          </a:prstGeom>
          <a:solidFill>
            <a:srgbClr val="F3F6FA"/>
          </a:solidFill>
          <a:ln w="9525">
            <a:solidFill>
              <a:srgbClr val="D3DCE6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1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354568" y="1627632"/>
            <a:ext cx="3057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TimescaleDB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354568" y="2048256"/>
            <a:ext cx="30571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66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 partitioning and continuous aggregates.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6446520"/>
            <a:ext cx="10451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6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Power of PostgreSQL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000232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6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2026-08-15T07:58:33Z</dcterms:created>
  <dcterms:modified xsi:type="dcterms:W3CDTF">2026-08-15T07:58:33Z</dcterms:modified>
</cp:coreProperties>
</file>